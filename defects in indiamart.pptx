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12192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84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2CB58E-C7EC-4313-BEA8-8F6228EE8350}" v="5" dt="2025-12-05T10:27:40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4" d="100"/>
          <a:sy n="44" d="100"/>
        </p:scale>
        <p:origin x="-1517" y="-82"/>
      </p:cViewPr>
      <p:guideLst>
        <p:guide orient="horz" pos="384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RITILATA SARKAR" userId="188d67fd50e3689b" providerId="LiveId" clId="{685E2DB3-E84F-479F-8246-AF2F2A964ADE}"/>
    <pc:docChg chg="custSel addSld modSld sldOrd">
      <pc:chgData name="SMRITILATA SARKAR" userId="188d67fd50e3689b" providerId="LiveId" clId="{685E2DB3-E84F-479F-8246-AF2F2A964ADE}" dt="2025-12-05T15:07:21.987" v="880" actId="20577"/>
      <pc:docMkLst>
        <pc:docMk/>
      </pc:docMkLst>
      <pc:sldChg chg="addSp delSp modSp mod">
        <pc:chgData name="SMRITILATA SARKAR" userId="188d67fd50e3689b" providerId="LiveId" clId="{685E2DB3-E84F-479F-8246-AF2F2A964ADE}" dt="2025-12-05T10:51:07.550" v="591" actId="1076"/>
        <pc:sldMkLst>
          <pc:docMk/>
          <pc:sldMk cId="2907532011" sldId="256"/>
        </pc:sldMkLst>
        <pc:spChg chg="add mod">
          <ac:chgData name="SMRITILATA SARKAR" userId="188d67fd50e3689b" providerId="LiveId" clId="{685E2DB3-E84F-479F-8246-AF2F2A964ADE}" dt="2025-12-05T10:03:32.630" v="170" actId="208"/>
          <ac:spMkLst>
            <pc:docMk/>
            <pc:sldMk cId="2907532011" sldId="256"/>
            <ac:spMk id="2" creationId="{D6D92ED1-E202-4E31-88A8-5C54D23958E8}"/>
          </ac:spMkLst>
        </pc:spChg>
        <pc:spChg chg="add mod">
          <ac:chgData name="SMRITILATA SARKAR" userId="188d67fd50e3689b" providerId="LiveId" clId="{685E2DB3-E84F-479F-8246-AF2F2A964ADE}" dt="2025-12-05T10:04:31.479" v="175" actId="1076"/>
          <ac:spMkLst>
            <pc:docMk/>
            <pc:sldMk cId="2907532011" sldId="256"/>
            <ac:spMk id="3" creationId="{197E5730-419A-CC82-309C-95BB8B9EF60F}"/>
          </ac:spMkLst>
        </pc:spChg>
        <pc:spChg chg="mod">
          <ac:chgData name="SMRITILATA SARKAR" userId="188d67fd50e3689b" providerId="LiveId" clId="{685E2DB3-E84F-479F-8246-AF2F2A964ADE}" dt="2025-12-05T10:04:19.239" v="174" actId="1076"/>
          <ac:spMkLst>
            <pc:docMk/>
            <pc:sldMk cId="2907532011" sldId="256"/>
            <ac:spMk id="6" creationId="{3C0C46C1-DEAC-5AC6-641D-8F4AB508D4AA}"/>
          </ac:spMkLst>
        </pc:spChg>
        <pc:spChg chg="add mod">
          <ac:chgData name="SMRITILATA SARKAR" userId="188d67fd50e3689b" providerId="LiveId" clId="{685E2DB3-E84F-479F-8246-AF2F2A964ADE}" dt="2025-12-05T10:51:07.550" v="591" actId="1076"/>
          <ac:spMkLst>
            <pc:docMk/>
            <pc:sldMk cId="2907532011" sldId="256"/>
            <ac:spMk id="7" creationId="{F26F1322-D469-6520-2498-D8C9025BC9EA}"/>
          </ac:spMkLst>
        </pc:spChg>
        <pc:spChg chg="add mod">
          <ac:chgData name="SMRITILATA SARKAR" userId="188d67fd50e3689b" providerId="LiveId" clId="{685E2DB3-E84F-479F-8246-AF2F2A964ADE}" dt="2025-12-05T10:50:57.057" v="589" actId="1076"/>
          <ac:spMkLst>
            <pc:docMk/>
            <pc:sldMk cId="2907532011" sldId="256"/>
            <ac:spMk id="8" creationId="{3DD4FEC4-2360-D01E-F252-C923158EEB52}"/>
          </ac:spMkLst>
        </pc:spChg>
        <pc:cxnChg chg="add del">
          <ac:chgData name="SMRITILATA SARKAR" userId="188d67fd50e3689b" providerId="LiveId" clId="{685E2DB3-E84F-479F-8246-AF2F2A964ADE}" dt="2025-12-05T10:50:16.601" v="585" actId="21"/>
          <ac:cxnSpMkLst>
            <pc:docMk/>
            <pc:sldMk cId="2907532011" sldId="256"/>
            <ac:cxnSpMk id="5" creationId="{D3170308-8FAA-D8E5-70E5-3888266768F0}"/>
          </ac:cxnSpMkLst>
        </pc:cxnChg>
      </pc:sldChg>
      <pc:sldChg chg="addSp modSp mod">
        <pc:chgData name="SMRITILATA SARKAR" userId="188d67fd50e3689b" providerId="LiveId" clId="{685E2DB3-E84F-479F-8246-AF2F2A964ADE}" dt="2025-12-05T10:52:40.377" v="599" actId="14100"/>
        <pc:sldMkLst>
          <pc:docMk/>
          <pc:sldMk cId="3361579435" sldId="257"/>
        </pc:sldMkLst>
        <pc:spChg chg="add mod">
          <ac:chgData name="SMRITILATA SARKAR" userId="188d67fd50e3689b" providerId="LiveId" clId="{685E2DB3-E84F-479F-8246-AF2F2A964ADE}" dt="2025-12-05T10:05:21.308" v="181" actId="1076"/>
          <ac:spMkLst>
            <pc:docMk/>
            <pc:sldMk cId="3361579435" sldId="257"/>
            <ac:spMk id="3" creationId="{C28AA944-952B-486D-B8A6-0E05D5BD028D}"/>
          </ac:spMkLst>
        </pc:spChg>
        <pc:spChg chg="add mod">
          <ac:chgData name="SMRITILATA SARKAR" userId="188d67fd50e3689b" providerId="LiveId" clId="{685E2DB3-E84F-479F-8246-AF2F2A964ADE}" dt="2025-12-05T10:05:48.753" v="184" actId="1076"/>
          <ac:spMkLst>
            <pc:docMk/>
            <pc:sldMk cId="3361579435" sldId="257"/>
            <ac:spMk id="4" creationId="{D629546F-CDE1-2F0F-75C2-4847088BA2F2}"/>
          </ac:spMkLst>
        </pc:spChg>
        <pc:spChg chg="add mod">
          <ac:chgData name="SMRITILATA SARKAR" userId="188d67fd50e3689b" providerId="LiveId" clId="{685E2DB3-E84F-479F-8246-AF2F2A964ADE}" dt="2025-12-05T10:51:56.401" v="595" actId="14100"/>
          <ac:spMkLst>
            <pc:docMk/>
            <pc:sldMk cId="3361579435" sldId="257"/>
            <ac:spMk id="5" creationId="{CD8F0EF1-58F1-4B07-6B31-B5A9B66D7747}"/>
          </ac:spMkLst>
        </pc:spChg>
        <pc:spChg chg="add mod">
          <ac:chgData name="SMRITILATA SARKAR" userId="188d67fd50e3689b" providerId="LiveId" clId="{685E2DB3-E84F-479F-8246-AF2F2A964ADE}" dt="2025-12-05T10:52:40.377" v="599" actId="14100"/>
          <ac:spMkLst>
            <pc:docMk/>
            <pc:sldMk cId="3361579435" sldId="257"/>
            <ac:spMk id="7" creationId="{03551D44-DF6E-FAB5-FBBC-E6363DB780F3}"/>
          </ac:spMkLst>
        </pc:spChg>
        <pc:picChg chg="mod">
          <ac:chgData name="SMRITILATA SARKAR" userId="188d67fd50e3689b" providerId="LiveId" clId="{685E2DB3-E84F-479F-8246-AF2F2A964ADE}" dt="2025-12-05T10:05:14.055" v="180" actId="1076"/>
          <ac:picMkLst>
            <pc:docMk/>
            <pc:sldMk cId="3361579435" sldId="257"/>
            <ac:picMk id="6" creationId="{28F7B6D6-1167-3767-721E-71B959576AD9}"/>
          </ac:picMkLst>
        </pc:picChg>
      </pc:sldChg>
      <pc:sldChg chg="addSp modSp mod">
        <pc:chgData name="SMRITILATA SARKAR" userId="188d67fd50e3689b" providerId="LiveId" clId="{685E2DB3-E84F-479F-8246-AF2F2A964ADE}" dt="2025-12-05T10:54:04.922" v="607" actId="14100"/>
        <pc:sldMkLst>
          <pc:docMk/>
          <pc:sldMk cId="56047672" sldId="258"/>
        </pc:sldMkLst>
        <pc:spChg chg="add mod">
          <ac:chgData name="SMRITILATA SARKAR" userId="188d67fd50e3689b" providerId="LiveId" clId="{685E2DB3-E84F-479F-8246-AF2F2A964ADE}" dt="2025-12-05T10:07:14.654" v="187" actId="1076"/>
          <ac:spMkLst>
            <pc:docMk/>
            <pc:sldMk cId="56047672" sldId="258"/>
            <ac:spMk id="3" creationId="{FFDE4578-A8B5-0E6E-18C4-4746C4C419E8}"/>
          </ac:spMkLst>
        </pc:spChg>
        <pc:spChg chg="add mod">
          <ac:chgData name="SMRITILATA SARKAR" userId="188d67fd50e3689b" providerId="LiveId" clId="{685E2DB3-E84F-479F-8246-AF2F2A964ADE}" dt="2025-12-05T10:07:48.263" v="190" actId="1076"/>
          <ac:spMkLst>
            <pc:docMk/>
            <pc:sldMk cId="56047672" sldId="258"/>
            <ac:spMk id="4" creationId="{56BFB5A1-8D7E-6AC2-F9E6-A2BF69E290A1}"/>
          </ac:spMkLst>
        </pc:spChg>
        <pc:spChg chg="add mod">
          <ac:chgData name="SMRITILATA SARKAR" userId="188d67fd50e3689b" providerId="LiveId" clId="{685E2DB3-E84F-479F-8246-AF2F2A964ADE}" dt="2025-12-05T10:53:27.494" v="603" actId="14100"/>
          <ac:spMkLst>
            <pc:docMk/>
            <pc:sldMk cId="56047672" sldId="258"/>
            <ac:spMk id="5" creationId="{249A8CE6-CB55-2D73-F6B6-07A9CBE42AB1}"/>
          </ac:spMkLst>
        </pc:spChg>
        <pc:spChg chg="add mod">
          <ac:chgData name="SMRITILATA SARKAR" userId="188d67fd50e3689b" providerId="LiveId" clId="{685E2DB3-E84F-479F-8246-AF2F2A964ADE}" dt="2025-12-05T10:54:04.922" v="607" actId="14100"/>
          <ac:spMkLst>
            <pc:docMk/>
            <pc:sldMk cId="56047672" sldId="258"/>
            <ac:spMk id="6" creationId="{63A37E65-7F2F-E686-2096-BC94C53A77A0}"/>
          </ac:spMkLst>
        </pc:spChg>
      </pc:sldChg>
      <pc:sldChg chg="addSp modSp mod">
        <pc:chgData name="SMRITILATA SARKAR" userId="188d67fd50e3689b" providerId="LiveId" clId="{685E2DB3-E84F-479F-8246-AF2F2A964ADE}" dt="2025-12-05T15:01:38.100" v="613" actId="1076"/>
        <pc:sldMkLst>
          <pc:docMk/>
          <pc:sldMk cId="3587208688" sldId="259"/>
        </pc:sldMkLst>
        <pc:spChg chg="add mod">
          <ac:chgData name="SMRITILATA SARKAR" userId="188d67fd50e3689b" providerId="LiveId" clId="{685E2DB3-E84F-479F-8246-AF2F2A964ADE}" dt="2025-12-05T10:08:44.726" v="193" actId="1076"/>
          <ac:spMkLst>
            <pc:docMk/>
            <pc:sldMk cId="3587208688" sldId="259"/>
            <ac:spMk id="3" creationId="{DE930855-B8D0-630D-2F58-642924BD3EA8}"/>
          </ac:spMkLst>
        </pc:spChg>
        <pc:spChg chg="add mod">
          <ac:chgData name="SMRITILATA SARKAR" userId="188d67fd50e3689b" providerId="LiveId" clId="{685E2DB3-E84F-479F-8246-AF2F2A964ADE}" dt="2025-12-05T10:09:02.574" v="196" actId="1076"/>
          <ac:spMkLst>
            <pc:docMk/>
            <pc:sldMk cId="3587208688" sldId="259"/>
            <ac:spMk id="4" creationId="{1694B64C-CF2E-987A-F722-18C1CA36F98A}"/>
          </ac:spMkLst>
        </pc:spChg>
        <pc:spChg chg="add">
          <ac:chgData name="SMRITILATA SARKAR" userId="188d67fd50e3689b" providerId="LiveId" clId="{685E2DB3-E84F-479F-8246-AF2F2A964ADE}" dt="2025-12-05T10:54:29.205" v="608" actId="11529"/>
          <ac:spMkLst>
            <pc:docMk/>
            <pc:sldMk cId="3587208688" sldId="259"/>
            <ac:spMk id="6" creationId="{EC926087-0067-245B-D640-241F29DAC587}"/>
          </ac:spMkLst>
        </pc:spChg>
        <pc:spChg chg="mod">
          <ac:chgData name="SMRITILATA SARKAR" userId="188d67fd50e3689b" providerId="LiveId" clId="{685E2DB3-E84F-479F-8246-AF2F2A964ADE}" dt="2025-12-05T15:01:38.100" v="613" actId="1076"/>
          <ac:spMkLst>
            <pc:docMk/>
            <pc:sldMk cId="3587208688" sldId="259"/>
            <ac:spMk id="7" creationId="{00000000-0000-0000-0000-000000000000}"/>
          </ac:spMkLst>
        </pc:spChg>
      </pc:sldChg>
      <pc:sldChg chg="addSp modSp mod">
        <pc:chgData name="SMRITILATA SARKAR" userId="188d67fd50e3689b" providerId="LiveId" clId="{685E2DB3-E84F-479F-8246-AF2F2A964ADE}" dt="2025-12-05T15:02:01.362" v="616" actId="1076"/>
        <pc:sldMkLst>
          <pc:docMk/>
          <pc:sldMk cId="1394865873" sldId="260"/>
        </pc:sldMkLst>
        <pc:spChg chg="add mod">
          <ac:chgData name="SMRITILATA SARKAR" userId="188d67fd50e3689b" providerId="LiveId" clId="{685E2DB3-E84F-479F-8246-AF2F2A964ADE}" dt="2025-12-05T10:09:36.810" v="199" actId="1076"/>
          <ac:spMkLst>
            <pc:docMk/>
            <pc:sldMk cId="1394865873" sldId="260"/>
            <ac:spMk id="3" creationId="{9F06A74C-D23E-7E77-0BC7-642EED67A27C}"/>
          </ac:spMkLst>
        </pc:spChg>
        <pc:spChg chg="add mod">
          <ac:chgData name="SMRITILATA SARKAR" userId="188d67fd50e3689b" providerId="LiveId" clId="{685E2DB3-E84F-479F-8246-AF2F2A964ADE}" dt="2025-12-05T15:02:01.362" v="616" actId="1076"/>
          <ac:spMkLst>
            <pc:docMk/>
            <pc:sldMk cId="1394865873" sldId="260"/>
            <ac:spMk id="4" creationId="{7EE5E57C-7F6A-3EAF-92E4-4527ED704E9F}"/>
          </ac:spMkLst>
        </pc:spChg>
      </pc:sldChg>
      <pc:sldChg chg="addSp delSp modSp new mod ord modClrScheme chgLayout">
        <pc:chgData name="SMRITILATA SARKAR" userId="188d67fd50e3689b" providerId="LiveId" clId="{685E2DB3-E84F-479F-8246-AF2F2A964ADE}" dt="2025-12-05T10:00:12.030" v="160" actId="20577"/>
        <pc:sldMkLst>
          <pc:docMk/>
          <pc:sldMk cId="1461214855" sldId="261"/>
        </pc:sldMkLst>
        <pc:spChg chg="mod ord">
          <ac:chgData name="SMRITILATA SARKAR" userId="188d67fd50e3689b" providerId="LiveId" clId="{685E2DB3-E84F-479F-8246-AF2F2A964ADE}" dt="2025-12-05T09:59:01.166" v="59" actId="255"/>
          <ac:spMkLst>
            <pc:docMk/>
            <pc:sldMk cId="1461214855" sldId="261"/>
            <ac:spMk id="2" creationId="{59246ABD-338C-0F0F-1D70-796C966B977D}"/>
          </ac:spMkLst>
        </pc:spChg>
        <pc:spChg chg="del mod ord">
          <ac:chgData name="SMRITILATA SARKAR" userId="188d67fd50e3689b" providerId="LiveId" clId="{685E2DB3-E84F-479F-8246-AF2F2A964ADE}" dt="2025-12-05T09:58:43.155" v="58" actId="700"/>
          <ac:spMkLst>
            <pc:docMk/>
            <pc:sldMk cId="1461214855" sldId="261"/>
            <ac:spMk id="3" creationId="{C7C6B4FD-4487-8E68-3280-0239374FBA86}"/>
          </ac:spMkLst>
        </pc:spChg>
        <pc:spChg chg="del">
          <ac:chgData name="SMRITILATA SARKAR" userId="188d67fd50e3689b" providerId="LiveId" clId="{685E2DB3-E84F-479F-8246-AF2F2A964ADE}" dt="2025-12-05T09:58:43.155" v="58" actId="700"/>
          <ac:spMkLst>
            <pc:docMk/>
            <pc:sldMk cId="1461214855" sldId="261"/>
            <ac:spMk id="4" creationId="{EEDC3967-B3D1-17EA-5781-B570EA419560}"/>
          </ac:spMkLst>
        </pc:spChg>
        <pc:spChg chg="add mod ord">
          <ac:chgData name="SMRITILATA SARKAR" userId="188d67fd50e3689b" providerId="LiveId" clId="{685E2DB3-E84F-479F-8246-AF2F2A964ADE}" dt="2025-12-05T10:00:12.030" v="160" actId="20577"/>
          <ac:spMkLst>
            <pc:docMk/>
            <pc:sldMk cId="1461214855" sldId="261"/>
            <ac:spMk id="5" creationId="{1C11B873-34C2-F84C-58F7-DBBE86C20905}"/>
          </ac:spMkLst>
        </pc:spChg>
      </pc:sldChg>
      <pc:sldChg chg="addSp delSp modSp new mod">
        <pc:chgData name="SMRITILATA SARKAR" userId="188d67fd50e3689b" providerId="LiveId" clId="{685E2DB3-E84F-479F-8246-AF2F2A964ADE}" dt="2025-12-05T15:02:17.917" v="617" actId="11529"/>
        <pc:sldMkLst>
          <pc:docMk/>
          <pc:sldMk cId="1992554504" sldId="262"/>
        </pc:sldMkLst>
        <pc:spChg chg="mod">
          <ac:chgData name="SMRITILATA SARKAR" userId="188d67fd50e3689b" providerId="LiveId" clId="{685E2DB3-E84F-479F-8246-AF2F2A964ADE}" dt="2025-12-05T10:16:20.999" v="284" actId="20577"/>
          <ac:spMkLst>
            <pc:docMk/>
            <pc:sldMk cId="1992554504" sldId="262"/>
            <ac:spMk id="2" creationId="{59B33111-2111-58F6-4A91-791161BB21F2}"/>
          </ac:spMkLst>
        </pc:spChg>
        <pc:spChg chg="add">
          <ac:chgData name="SMRITILATA SARKAR" userId="188d67fd50e3689b" providerId="LiveId" clId="{685E2DB3-E84F-479F-8246-AF2F2A964ADE}" dt="2025-12-05T15:02:17.917" v="617" actId="11529"/>
          <ac:spMkLst>
            <pc:docMk/>
            <pc:sldMk cId="1992554504" sldId="262"/>
            <ac:spMk id="3" creationId="{BFF79E2D-D18B-B00C-0E9E-5C96E1569A1B}"/>
          </ac:spMkLst>
        </pc:spChg>
        <pc:spChg chg="del">
          <ac:chgData name="SMRITILATA SARKAR" userId="188d67fd50e3689b" providerId="LiveId" clId="{685E2DB3-E84F-479F-8246-AF2F2A964ADE}" dt="2025-12-05T10:13:36.467" v="201" actId="931"/>
          <ac:spMkLst>
            <pc:docMk/>
            <pc:sldMk cId="1992554504" sldId="262"/>
            <ac:spMk id="3" creationId="{E3FFBEE5-2456-EB4D-D144-30BB9CD4D6D4}"/>
          </ac:spMkLst>
        </pc:spChg>
        <pc:spChg chg="add mod">
          <ac:chgData name="SMRITILATA SARKAR" userId="188d67fd50e3689b" providerId="LiveId" clId="{685E2DB3-E84F-479F-8246-AF2F2A964ADE}" dt="2025-12-05T10:16:03.944" v="277" actId="207"/>
          <ac:spMkLst>
            <pc:docMk/>
            <pc:sldMk cId="1992554504" sldId="262"/>
            <ac:spMk id="6" creationId="{BB67E79C-156E-7F51-B9ED-E60D024C4C3F}"/>
          </ac:spMkLst>
        </pc:spChg>
        <pc:picChg chg="add mod">
          <ac:chgData name="SMRITILATA SARKAR" userId="188d67fd50e3689b" providerId="LiveId" clId="{685E2DB3-E84F-479F-8246-AF2F2A964ADE}" dt="2025-12-05T10:13:37.867" v="203" actId="962"/>
          <ac:picMkLst>
            <pc:docMk/>
            <pc:sldMk cId="1992554504" sldId="262"/>
            <ac:picMk id="5" creationId="{22647CAB-B808-4C43-7D32-D6C3F276FA03}"/>
          </ac:picMkLst>
        </pc:picChg>
      </pc:sldChg>
      <pc:sldChg chg="addSp delSp modSp new mod">
        <pc:chgData name="SMRITILATA SARKAR" userId="188d67fd50e3689b" providerId="LiveId" clId="{685E2DB3-E84F-479F-8246-AF2F2A964ADE}" dt="2025-12-05T15:03:00.461" v="621" actId="11529"/>
        <pc:sldMkLst>
          <pc:docMk/>
          <pc:sldMk cId="3727109437" sldId="263"/>
        </pc:sldMkLst>
        <pc:spChg chg="mod">
          <ac:chgData name="SMRITILATA SARKAR" userId="188d67fd50e3689b" providerId="LiveId" clId="{685E2DB3-E84F-479F-8246-AF2F2A964ADE}" dt="2025-12-05T10:20:03.738" v="384" actId="20577"/>
          <ac:spMkLst>
            <pc:docMk/>
            <pc:sldMk cId="3727109437" sldId="263"/>
            <ac:spMk id="2" creationId="{A0F5D134-182A-8D7D-5725-9B5A0D6CF5BD}"/>
          </ac:spMkLst>
        </pc:spChg>
        <pc:spChg chg="add mod">
          <ac:chgData name="SMRITILATA SARKAR" userId="188d67fd50e3689b" providerId="LiveId" clId="{685E2DB3-E84F-479F-8246-AF2F2A964ADE}" dt="2025-12-05T15:02:49.261" v="620" actId="1076"/>
          <ac:spMkLst>
            <pc:docMk/>
            <pc:sldMk cId="3727109437" sldId="263"/>
            <ac:spMk id="3" creationId="{034B8C0A-BE1C-8846-A735-33FE09754A6F}"/>
          </ac:spMkLst>
        </pc:spChg>
        <pc:spChg chg="del">
          <ac:chgData name="SMRITILATA SARKAR" userId="188d67fd50e3689b" providerId="LiveId" clId="{685E2DB3-E84F-479F-8246-AF2F2A964ADE}" dt="2025-12-05T10:17:39.456" v="286" actId="931"/>
          <ac:spMkLst>
            <pc:docMk/>
            <pc:sldMk cId="3727109437" sldId="263"/>
            <ac:spMk id="3" creationId="{A90446F6-B132-79CB-0ADD-35A367ACED6A}"/>
          </ac:spMkLst>
        </pc:spChg>
        <pc:spChg chg="add">
          <ac:chgData name="SMRITILATA SARKAR" userId="188d67fd50e3689b" providerId="LiveId" clId="{685E2DB3-E84F-479F-8246-AF2F2A964ADE}" dt="2025-12-05T15:03:00.461" v="621" actId="11529"/>
          <ac:spMkLst>
            <pc:docMk/>
            <pc:sldMk cId="3727109437" sldId="263"/>
            <ac:spMk id="4" creationId="{D1A0C84B-0CA5-0A34-021D-AB91C24D7898}"/>
          </ac:spMkLst>
        </pc:spChg>
        <pc:spChg chg="add mod">
          <ac:chgData name="SMRITILATA SARKAR" userId="188d67fd50e3689b" providerId="LiveId" clId="{685E2DB3-E84F-479F-8246-AF2F2A964ADE}" dt="2025-12-05T10:18:13.146" v="292" actId="1076"/>
          <ac:spMkLst>
            <pc:docMk/>
            <pc:sldMk cId="3727109437" sldId="263"/>
            <ac:spMk id="6" creationId="{1480080C-4607-FA5C-E791-28D546BB6B34}"/>
          </ac:spMkLst>
        </pc:spChg>
        <pc:spChg chg="add mod">
          <ac:chgData name="SMRITILATA SARKAR" userId="188d67fd50e3689b" providerId="LiveId" clId="{685E2DB3-E84F-479F-8246-AF2F2A964ADE}" dt="2025-12-05T10:18:34.182" v="295" actId="1076"/>
          <ac:spMkLst>
            <pc:docMk/>
            <pc:sldMk cId="3727109437" sldId="263"/>
            <ac:spMk id="7" creationId="{A3744FAC-9355-DD3B-C009-43A2DCA2E5AD}"/>
          </ac:spMkLst>
        </pc:spChg>
        <pc:spChg chg="add del">
          <ac:chgData name="SMRITILATA SARKAR" userId="188d67fd50e3689b" providerId="LiveId" clId="{685E2DB3-E84F-479F-8246-AF2F2A964ADE}" dt="2025-12-05T10:18:46.642" v="297" actId="21"/>
          <ac:spMkLst>
            <pc:docMk/>
            <pc:sldMk cId="3727109437" sldId="263"/>
            <ac:spMk id="8" creationId="{A65D9127-318D-EBE5-75CE-EFFBA289EE36}"/>
          </ac:spMkLst>
        </pc:spChg>
        <pc:spChg chg="add mod">
          <ac:chgData name="SMRITILATA SARKAR" userId="188d67fd50e3689b" providerId="LiveId" clId="{685E2DB3-E84F-479F-8246-AF2F2A964ADE}" dt="2025-12-05T10:19:03.800" v="300" actId="207"/>
          <ac:spMkLst>
            <pc:docMk/>
            <pc:sldMk cId="3727109437" sldId="263"/>
            <ac:spMk id="9" creationId="{8BCB5615-2EC5-7AE9-AA60-B63535D5B9A3}"/>
          </ac:spMkLst>
        </pc:spChg>
        <pc:spChg chg="add mod">
          <ac:chgData name="SMRITILATA SARKAR" userId="188d67fd50e3689b" providerId="LiveId" clId="{685E2DB3-E84F-479F-8246-AF2F2A964ADE}" dt="2025-12-05T10:19:24.623" v="303" actId="1076"/>
          <ac:spMkLst>
            <pc:docMk/>
            <pc:sldMk cId="3727109437" sldId="263"/>
            <ac:spMk id="10" creationId="{8200694C-FE5D-50EC-C133-FCB1345AF39A}"/>
          </ac:spMkLst>
        </pc:spChg>
        <pc:picChg chg="add mod">
          <ac:chgData name="SMRITILATA SARKAR" userId="188d67fd50e3689b" providerId="LiveId" clId="{685E2DB3-E84F-479F-8246-AF2F2A964ADE}" dt="2025-12-05T10:17:40.554" v="288" actId="962"/>
          <ac:picMkLst>
            <pc:docMk/>
            <pc:sldMk cId="3727109437" sldId="263"/>
            <ac:picMk id="5" creationId="{84830DD2-15FB-3150-F3DD-1DE395298685}"/>
          </ac:picMkLst>
        </pc:picChg>
      </pc:sldChg>
      <pc:sldChg chg="addSp delSp modSp new mod">
        <pc:chgData name="SMRITILATA SARKAR" userId="188d67fd50e3689b" providerId="LiveId" clId="{685E2DB3-E84F-479F-8246-AF2F2A964ADE}" dt="2025-12-05T15:03:24.341" v="625" actId="14100"/>
        <pc:sldMkLst>
          <pc:docMk/>
          <pc:sldMk cId="2510346556" sldId="264"/>
        </pc:sldMkLst>
        <pc:spChg chg="mod">
          <ac:chgData name="SMRITILATA SARKAR" userId="188d67fd50e3689b" providerId="LiveId" clId="{685E2DB3-E84F-479F-8246-AF2F2A964ADE}" dt="2025-12-05T10:22:40.346" v="454" actId="20577"/>
          <ac:spMkLst>
            <pc:docMk/>
            <pc:sldMk cId="2510346556" sldId="264"/>
            <ac:spMk id="2" creationId="{68F82743-CA1B-C690-E5E4-0DB72FFBF885}"/>
          </ac:spMkLst>
        </pc:spChg>
        <pc:spChg chg="add mod">
          <ac:chgData name="SMRITILATA SARKAR" userId="188d67fd50e3689b" providerId="LiveId" clId="{685E2DB3-E84F-479F-8246-AF2F2A964ADE}" dt="2025-12-05T15:03:24.341" v="625" actId="14100"/>
          <ac:spMkLst>
            <pc:docMk/>
            <pc:sldMk cId="2510346556" sldId="264"/>
            <ac:spMk id="3" creationId="{4006245C-A4AF-86F1-4B44-9B5E7681AC2E}"/>
          </ac:spMkLst>
        </pc:spChg>
        <pc:spChg chg="del">
          <ac:chgData name="SMRITILATA SARKAR" userId="188d67fd50e3689b" providerId="LiveId" clId="{685E2DB3-E84F-479F-8246-AF2F2A964ADE}" dt="2025-12-05T10:21:40.654" v="386" actId="931"/>
          <ac:spMkLst>
            <pc:docMk/>
            <pc:sldMk cId="2510346556" sldId="264"/>
            <ac:spMk id="3" creationId="{85182FB5-119A-09C3-39DF-B945A11BF82D}"/>
          </ac:spMkLst>
        </pc:spChg>
        <pc:spChg chg="add mod">
          <ac:chgData name="SMRITILATA SARKAR" userId="188d67fd50e3689b" providerId="LiveId" clId="{685E2DB3-E84F-479F-8246-AF2F2A964ADE}" dt="2025-12-05T10:22:00.500" v="390" actId="207"/>
          <ac:spMkLst>
            <pc:docMk/>
            <pc:sldMk cId="2510346556" sldId="264"/>
            <ac:spMk id="6" creationId="{5C7A8A35-D6D1-C40B-1D10-3E51A7E66912}"/>
          </ac:spMkLst>
        </pc:spChg>
        <pc:picChg chg="add mod">
          <ac:chgData name="SMRITILATA SARKAR" userId="188d67fd50e3689b" providerId="LiveId" clId="{685E2DB3-E84F-479F-8246-AF2F2A964ADE}" dt="2025-12-05T10:21:42.949" v="388" actId="962"/>
          <ac:picMkLst>
            <pc:docMk/>
            <pc:sldMk cId="2510346556" sldId="264"/>
            <ac:picMk id="5" creationId="{08D2525B-7A50-2722-7B5C-642E63A3B0A3}"/>
          </ac:picMkLst>
        </pc:picChg>
      </pc:sldChg>
      <pc:sldChg chg="addSp delSp modSp new mod">
        <pc:chgData name="SMRITILATA SARKAR" userId="188d67fd50e3689b" providerId="LiveId" clId="{685E2DB3-E84F-479F-8246-AF2F2A964ADE}" dt="2025-12-05T15:03:46.939" v="628" actId="1076"/>
        <pc:sldMkLst>
          <pc:docMk/>
          <pc:sldMk cId="602348827" sldId="265"/>
        </pc:sldMkLst>
        <pc:spChg chg="mod">
          <ac:chgData name="SMRITILATA SARKAR" userId="188d67fd50e3689b" providerId="LiveId" clId="{685E2DB3-E84F-479F-8246-AF2F2A964ADE}" dt="2025-12-05T10:24:43.933" v="509" actId="20577"/>
          <ac:spMkLst>
            <pc:docMk/>
            <pc:sldMk cId="602348827" sldId="265"/>
            <ac:spMk id="2" creationId="{2C5AEC68-DAD9-6ED8-A55B-7E51FA3C7126}"/>
          </ac:spMkLst>
        </pc:spChg>
        <pc:spChg chg="del">
          <ac:chgData name="SMRITILATA SARKAR" userId="188d67fd50e3689b" providerId="LiveId" clId="{685E2DB3-E84F-479F-8246-AF2F2A964ADE}" dt="2025-12-05T10:23:44.436" v="456" actId="931"/>
          <ac:spMkLst>
            <pc:docMk/>
            <pc:sldMk cId="602348827" sldId="265"/>
            <ac:spMk id="3" creationId="{4E697141-EA0D-0AA5-370B-2414473BA49D}"/>
          </ac:spMkLst>
        </pc:spChg>
        <pc:spChg chg="add mod">
          <ac:chgData name="SMRITILATA SARKAR" userId="188d67fd50e3689b" providerId="LiveId" clId="{685E2DB3-E84F-479F-8246-AF2F2A964ADE}" dt="2025-12-05T15:03:46.939" v="628" actId="1076"/>
          <ac:spMkLst>
            <pc:docMk/>
            <pc:sldMk cId="602348827" sldId="265"/>
            <ac:spMk id="3" creationId="{A7B216F8-7D2C-D38C-A613-DE4A89D3EDD9}"/>
          </ac:spMkLst>
        </pc:spChg>
        <pc:spChg chg="add mod">
          <ac:chgData name="SMRITILATA SARKAR" userId="188d67fd50e3689b" providerId="LiveId" clId="{685E2DB3-E84F-479F-8246-AF2F2A964ADE}" dt="2025-12-05T10:24:06.181" v="458" actId="207"/>
          <ac:spMkLst>
            <pc:docMk/>
            <pc:sldMk cId="602348827" sldId="265"/>
            <ac:spMk id="6" creationId="{A7112049-73A9-E4A6-0E92-A5FFBF94E9AD}"/>
          </ac:spMkLst>
        </pc:spChg>
        <pc:picChg chg="add mod">
          <ac:chgData name="SMRITILATA SARKAR" userId="188d67fd50e3689b" providerId="LiveId" clId="{685E2DB3-E84F-479F-8246-AF2F2A964ADE}" dt="2025-12-05T10:23:44.436" v="456" actId="931"/>
          <ac:picMkLst>
            <pc:docMk/>
            <pc:sldMk cId="602348827" sldId="265"/>
            <ac:picMk id="5" creationId="{8489559F-4A06-013B-9582-65153E330AC4}"/>
          </ac:picMkLst>
        </pc:picChg>
      </pc:sldChg>
      <pc:sldChg chg="addSp delSp modSp new mod">
        <pc:chgData name="SMRITILATA SARKAR" userId="188d67fd50e3689b" providerId="LiveId" clId="{685E2DB3-E84F-479F-8246-AF2F2A964ADE}" dt="2025-12-05T15:04:10.326" v="631" actId="1076"/>
        <pc:sldMkLst>
          <pc:docMk/>
          <pc:sldMk cId="182048545" sldId="266"/>
        </pc:sldMkLst>
        <pc:spChg chg="mod">
          <ac:chgData name="SMRITILATA SARKAR" userId="188d67fd50e3689b" providerId="LiveId" clId="{685E2DB3-E84F-479F-8246-AF2F2A964ADE}" dt="2025-12-05T10:37:23.999" v="581" actId="20577"/>
          <ac:spMkLst>
            <pc:docMk/>
            <pc:sldMk cId="182048545" sldId="266"/>
            <ac:spMk id="2" creationId="{61A64BB8-BF2C-427F-B5CB-9171F0C963D4}"/>
          </ac:spMkLst>
        </pc:spChg>
        <pc:spChg chg="add mod">
          <ac:chgData name="SMRITILATA SARKAR" userId="188d67fd50e3689b" providerId="LiveId" clId="{685E2DB3-E84F-479F-8246-AF2F2A964ADE}" dt="2025-12-05T15:04:10.326" v="631" actId="1076"/>
          <ac:spMkLst>
            <pc:docMk/>
            <pc:sldMk cId="182048545" sldId="266"/>
            <ac:spMk id="3" creationId="{07477FCA-EFCD-DE0C-632B-C3999E91C745}"/>
          </ac:spMkLst>
        </pc:spChg>
        <pc:spChg chg="del">
          <ac:chgData name="SMRITILATA SARKAR" userId="188d67fd50e3689b" providerId="LiveId" clId="{685E2DB3-E84F-479F-8246-AF2F2A964ADE}" dt="2025-12-05T10:27:40.702" v="511" actId="931"/>
          <ac:spMkLst>
            <pc:docMk/>
            <pc:sldMk cId="182048545" sldId="266"/>
            <ac:spMk id="3" creationId="{B2A6D5D5-0997-2A76-5D40-D4B50EC17619}"/>
          </ac:spMkLst>
        </pc:spChg>
        <pc:spChg chg="add mod">
          <ac:chgData name="SMRITILATA SARKAR" userId="188d67fd50e3689b" providerId="LiveId" clId="{685E2DB3-E84F-479F-8246-AF2F2A964ADE}" dt="2025-12-05T10:30:03.091" v="519" actId="1076"/>
          <ac:spMkLst>
            <pc:docMk/>
            <pc:sldMk cId="182048545" sldId="266"/>
            <ac:spMk id="6" creationId="{BAE0319C-025B-7FF8-AE39-54941F59FD03}"/>
          </ac:spMkLst>
        </pc:spChg>
        <pc:picChg chg="add mod">
          <ac:chgData name="SMRITILATA SARKAR" userId="188d67fd50e3689b" providerId="LiveId" clId="{685E2DB3-E84F-479F-8246-AF2F2A964ADE}" dt="2025-12-05T10:29:56.063" v="518" actId="1076"/>
          <ac:picMkLst>
            <pc:docMk/>
            <pc:sldMk cId="182048545" sldId="266"/>
            <ac:picMk id="5" creationId="{1312FD8D-37C8-DF69-554E-F5205AB79DE0}"/>
          </ac:picMkLst>
        </pc:picChg>
      </pc:sldChg>
      <pc:sldChg chg="modSp new mod">
        <pc:chgData name="SMRITILATA SARKAR" userId="188d67fd50e3689b" providerId="LiveId" clId="{685E2DB3-E84F-479F-8246-AF2F2A964ADE}" dt="2025-12-05T15:07:21.987" v="880" actId="20577"/>
        <pc:sldMkLst>
          <pc:docMk/>
          <pc:sldMk cId="1680562822" sldId="267"/>
        </pc:sldMkLst>
        <pc:spChg chg="mod">
          <ac:chgData name="SMRITILATA SARKAR" userId="188d67fd50e3689b" providerId="LiveId" clId="{685E2DB3-E84F-479F-8246-AF2F2A964ADE}" dt="2025-12-05T15:05:07.520" v="642" actId="20577"/>
          <ac:spMkLst>
            <pc:docMk/>
            <pc:sldMk cId="1680562822" sldId="267"/>
            <ac:spMk id="2" creationId="{261092B4-68CC-D96E-6EE4-805BE2CC7928}"/>
          </ac:spMkLst>
        </pc:spChg>
        <pc:spChg chg="mod">
          <ac:chgData name="SMRITILATA SARKAR" userId="188d67fd50e3689b" providerId="LiveId" clId="{685E2DB3-E84F-479F-8246-AF2F2A964ADE}" dt="2025-12-05T15:07:21.987" v="880" actId="20577"/>
          <ac:spMkLst>
            <pc:docMk/>
            <pc:sldMk cId="1680562822" sldId="267"/>
            <ac:spMk id="3" creationId="{98972BF3-E517-416E-FCFF-82B7E8068B6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995312"/>
            <a:ext cx="13817600" cy="4244622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6403623"/>
            <a:ext cx="12192000" cy="2943577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F778-47B1-44D9-B119-9E2FEE35F65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F8FB-AE48-4986-838B-EC73CE78C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6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F778-47B1-44D9-B119-9E2FEE35F65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F8FB-AE48-4986-838B-EC73CE78C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65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4" y="3039537"/>
            <a:ext cx="14020800" cy="5071532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4" y="8159048"/>
            <a:ext cx="14020800" cy="2666999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82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F778-47B1-44D9-B119-9E2FEE35F65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F8FB-AE48-4986-838B-EC73CE78C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366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3245556"/>
            <a:ext cx="690880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3245556"/>
            <a:ext cx="690880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F778-47B1-44D9-B119-9E2FEE35F65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F8FB-AE48-4986-838B-EC73CE78C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230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649114"/>
            <a:ext cx="14020800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9" y="2988734"/>
            <a:ext cx="6877049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9" y="4453467"/>
            <a:ext cx="6877049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1" y="2988734"/>
            <a:ext cx="6910917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1" y="4453467"/>
            <a:ext cx="6910917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F778-47B1-44D9-B119-9E2FEE35F65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F8FB-AE48-4986-838B-EC73CE78C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020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F778-47B1-44D9-B119-9E2FEE35F65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F8FB-AE48-4986-838B-EC73CE78C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589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F778-47B1-44D9-B119-9E2FEE35F65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F8FB-AE48-4986-838B-EC73CE78C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0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755425"/>
            <a:ext cx="8229600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F778-47B1-44D9-B119-9E2FEE35F65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F8FB-AE48-4986-838B-EC73CE78C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10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755425"/>
            <a:ext cx="8229600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F778-47B1-44D9-B119-9E2FEE35F65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F8FB-AE48-4986-838B-EC73CE78C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12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F778-47B1-44D9-B119-9E2FEE35F65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F8FB-AE48-4986-838B-EC73CE78C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38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1" y="649111"/>
            <a:ext cx="3505200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1" y="649111"/>
            <a:ext cx="10312400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F778-47B1-44D9-B119-9E2FEE35F65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F8FB-AE48-4986-838B-EC73CE78C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71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649114"/>
            <a:ext cx="1402080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3245556"/>
            <a:ext cx="1402080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CF778-47B1-44D9-B119-9E2FEE35F65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11300181"/>
            <a:ext cx="54864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5F8FB-AE48-4986-838B-EC73CE78C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39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625620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05" indent="-406405" algn="l" defTabSz="1625620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246ABD-338C-0F0F-1D70-796C966B97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000" dirty="0"/>
              <a:t>Black Box </a:t>
            </a:r>
            <a:r>
              <a:rPr lang="en-IN" sz="6000" dirty="0" smtClean="0"/>
              <a:t>Testing </a:t>
            </a:r>
            <a:r>
              <a:rPr lang="en-IN" sz="6000" dirty="0"/>
              <a:t>on </a:t>
            </a:r>
            <a:r>
              <a:rPr lang="en-IN" sz="6000" dirty="0" err="1"/>
              <a:t>IndiaMART</a:t>
            </a:r>
            <a:r>
              <a:rPr lang="en-IN" sz="6000" dirty="0"/>
              <a:t> Website:-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1C11B873-34C2-F84C-58F7-DBBE86C209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Name:- </a:t>
            </a:r>
            <a:r>
              <a:rPr lang="en-IN" dirty="0" err="1"/>
              <a:t>Smritilata</a:t>
            </a:r>
            <a:r>
              <a:rPr lang="en-IN" dirty="0"/>
              <a:t> Sarkar</a:t>
            </a:r>
          </a:p>
          <a:p>
            <a:r>
              <a:rPr lang="en-IN" dirty="0"/>
              <a:t>Mobile Number:- 6294410077</a:t>
            </a:r>
          </a:p>
          <a:p>
            <a:r>
              <a:rPr lang="en-IN" dirty="0"/>
              <a:t>Email ID:- smritilatasarkar2018@gmail.com</a:t>
            </a:r>
          </a:p>
        </p:txBody>
      </p:sp>
    </p:spTree>
    <p:extLst>
      <p:ext uri="{BB962C8B-B14F-4D97-AF65-F5344CB8AC3E}">
        <p14:creationId xmlns:p14="http://schemas.microsoft.com/office/powerpoint/2010/main" val="1461214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3C0C46C1-DEAC-5AC6-641D-8F4AB508D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350175"/>
            <a:ext cx="14020800" cy="2356556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In the mobile app location showing </a:t>
            </a:r>
            <a:r>
              <a:rPr lang="en-IN" sz="3600" dirty="0" err="1"/>
              <a:t>Balurghat</a:t>
            </a:r>
            <a:r>
              <a:rPr lang="en-IN" sz="3600" dirty="0"/>
              <a:t> in the home page, but after clicking on the location it is showing Kolkata in your selected location</a:t>
            </a:r>
            <a:br>
              <a:rPr lang="en-IN" sz="3600" dirty="0"/>
            </a:br>
            <a:r>
              <a:rPr lang="en-IN" sz="3600" dirty="0"/>
              <a:t/>
            </a:r>
            <a:br>
              <a:rPr lang="en-IN" sz="3600" dirty="0"/>
            </a:br>
            <a:r>
              <a:rPr lang="en-IN" sz="3600" dirty="0"/>
              <a:t>usability defect</a:t>
            </a:r>
          </a:p>
        </p:txBody>
      </p:sp>
      <p:pic>
        <p:nvPicPr>
          <p:cNvPr id="20" name="Content Placeholder 19" descr="A screenshot of a clothing store&#10;&#10;AI-generated content may be incorrect.">
            <a:extLst>
              <a:ext uri="{FF2B5EF4-FFF2-40B4-BE49-F238E27FC236}">
                <a16:creationId xmlns:a16="http://schemas.microsoft.com/office/drawing/2014/main" xmlns="" id="{AD09A067-A0D5-94FB-9F0A-9E9EC0AB90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411" y="3957584"/>
            <a:ext cx="3436067" cy="7331738"/>
          </a:xfrm>
        </p:spPr>
      </p:pic>
      <p:pic>
        <p:nvPicPr>
          <p:cNvPr id="14" name="Content Placeholder 13" descr="A screenshot of a phone&#10;&#10;AI-generated content may be incorrect.">
            <a:extLst>
              <a:ext uri="{FF2B5EF4-FFF2-40B4-BE49-F238E27FC236}">
                <a16:creationId xmlns:a16="http://schemas.microsoft.com/office/drawing/2014/main" xmlns="" id="{A323CA2B-D439-5B68-BAAF-1887C55288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621" y="3957584"/>
            <a:ext cx="3436067" cy="7173477"/>
          </a:xfr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xmlns="" id="{D6D92ED1-E202-4E31-88A8-5C54D23958E8}"/>
              </a:ext>
            </a:extLst>
          </p:cNvPr>
          <p:cNvSpPr/>
          <p:nvPr/>
        </p:nvSpPr>
        <p:spPr>
          <a:xfrm>
            <a:off x="2800860" y="3957584"/>
            <a:ext cx="2303584" cy="149469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197E5730-419A-CC82-309C-95BB8B9EF60F}"/>
              </a:ext>
            </a:extLst>
          </p:cNvPr>
          <p:cNvSpPr/>
          <p:nvPr/>
        </p:nvSpPr>
        <p:spPr>
          <a:xfrm>
            <a:off x="8803208" y="4194453"/>
            <a:ext cx="1547446" cy="10209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xmlns="" id="{F26F1322-D469-6520-2498-D8C9025BC9EA}"/>
              </a:ext>
            </a:extLst>
          </p:cNvPr>
          <p:cNvSpPr/>
          <p:nvPr/>
        </p:nvSpPr>
        <p:spPr>
          <a:xfrm rot="19235319">
            <a:off x="8090656" y="2667649"/>
            <a:ext cx="281354" cy="21101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xmlns="" id="{3DD4FEC4-2360-D01E-F252-C923158EEB52}"/>
              </a:ext>
            </a:extLst>
          </p:cNvPr>
          <p:cNvSpPr/>
          <p:nvPr/>
        </p:nvSpPr>
        <p:spPr>
          <a:xfrm rot="1496550">
            <a:off x="4384467" y="2667650"/>
            <a:ext cx="281354" cy="21101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532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BA92C3-BE4E-15EF-4FBE-C2B3074A7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46" y="580184"/>
            <a:ext cx="14020800" cy="2356556"/>
          </a:xfrm>
        </p:spPr>
        <p:txBody>
          <a:bodyPr>
            <a:normAutofit/>
          </a:bodyPr>
          <a:lstStyle/>
          <a:p>
            <a:r>
              <a:rPr lang="en-IN" sz="3600" dirty="0"/>
              <a:t>In the app selected language is </a:t>
            </a:r>
            <a:r>
              <a:rPr lang="en-IN" sz="3600" dirty="0" err="1"/>
              <a:t>hindi</a:t>
            </a:r>
            <a:r>
              <a:rPr lang="en-IN" sz="3600" dirty="0"/>
              <a:t>, but contents are showing in English</a:t>
            </a:r>
            <a:br>
              <a:rPr lang="en-IN" sz="3600" dirty="0"/>
            </a:br>
            <a:r>
              <a:rPr lang="en-IN" sz="3600" dirty="0"/>
              <a:t/>
            </a:r>
            <a:br>
              <a:rPr lang="en-IN" sz="3600" dirty="0"/>
            </a:br>
            <a:r>
              <a:rPr lang="en-IN" sz="3600" dirty="0"/>
              <a:t>Globalization defect</a:t>
            </a:r>
          </a:p>
        </p:txBody>
      </p:sp>
      <p:pic>
        <p:nvPicPr>
          <p:cNvPr id="6" name="Content Placeholder 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xmlns="" id="{28F7B6D6-1167-3767-721E-71B959576A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79" y="3119969"/>
            <a:ext cx="3808276" cy="7735888"/>
          </a:xfrm>
        </p:spPr>
      </p:pic>
      <p:pic>
        <p:nvPicPr>
          <p:cNvPr id="8" name="Content Placeholder 7" descr="A screenshot of a website&#10;&#10;AI-generated content may be incorrect.">
            <a:extLst>
              <a:ext uri="{FF2B5EF4-FFF2-40B4-BE49-F238E27FC236}">
                <a16:creationId xmlns:a16="http://schemas.microsoft.com/office/drawing/2014/main" xmlns="" id="{566AA531-D6CB-BFE1-B7F1-0646E53D1E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846" y="3244850"/>
            <a:ext cx="3808275" cy="7735888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xmlns="" id="{C28AA944-952B-486D-B8A6-0E05D5BD028D}"/>
              </a:ext>
            </a:extLst>
          </p:cNvPr>
          <p:cNvSpPr/>
          <p:nvPr/>
        </p:nvSpPr>
        <p:spPr>
          <a:xfrm>
            <a:off x="2574939" y="4325816"/>
            <a:ext cx="1610199" cy="152986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D629546F-CDE1-2F0F-75C2-4847088BA2F2}"/>
              </a:ext>
            </a:extLst>
          </p:cNvPr>
          <p:cNvSpPr/>
          <p:nvPr/>
        </p:nvSpPr>
        <p:spPr>
          <a:xfrm>
            <a:off x="10533185" y="4325816"/>
            <a:ext cx="2549769" cy="117827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xmlns="" id="{CD8F0EF1-58F1-4B07-6B31-B5A9B66D7747}"/>
              </a:ext>
            </a:extLst>
          </p:cNvPr>
          <p:cNvSpPr/>
          <p:nvPr/>
        </p:nvSpPr>
        <p:spPr>
          <a:xfrm rot="1999455">
            <a:off x="4848093" y="1409798"/>
            <a:ext cx="201151" cy="34158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xmlns="" id="{03551D44-DF6E-FAB5-FBBC-E6363DB780F3}"/>
              </a:ext>
            </a:extLst>
          </p:cNvPr>
          <p:cNvSpPr/>
          <p:nvPr/>
        </p:nvSpPr>
        <p:spPr>
          <a:xfrm rot="19010904">
            <a:off x="9366401" y="1343892"/>
            <a:ext cx="239241" cy="36707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579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94A3D3-7717-AFFC-E6DB-4DDE848F2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Location in selected as Bangalore but it is showing products from Kolkata</a:t>
            </a:r>
            <a:br>
              <a:rPr lang="en-IN" sz="3200" dirty="0"/>
            </a:br>
            <a:r>
              <a:rPr lang="en-IN" sz="3200" dirty="0"/>
              <a:t/>
            </a:r>
            <a:br>
              <a:rPr lang="en-IN" sz="3200" dirty="0"/>
            </a:br>
            <a:r>
              <a:rPr lang="en-IN" sz="3200" dirty="0"/>
              <a:t>Usability defect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7A31FF69-716F-63A5-38F1-6ACB3BBB17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544" y="3244850"/>
            <a:ext cx="13700911" cy="7735888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xmlns="" id="{FFDE4578-A8B5-0E6E-18C4-4746C4C419E8}"/>
              </a:ext>
            </a:extLst>
          </p:cNvPr>
          <p:cNvSpPr/>
          <p:nvPr/>
        </p:nvSpPr>
        <p:spPr>
          <a:xfrm>
            <a:off x="2356339" y="3620914"/>
            <a:ext cx="2145323" cy="19358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56BFB5A1-8D7E-6AC2-F9E6-A2BF69E290A1}"/>
              </a:ext>
            </a:extLst>
          </p:cNvPr>
          <p:cNvSpPr/>
          <p:nvPr/>
        </p:nvSpPr>
        <p:spPr>
          <a:xfrm>
            <a:off x="9460522" y="7112794"/>
            <a:ext cx="2074985" cy="196947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xmlns="" id="{249A8CE6-CB55-2D73-F6B6-07A9CBE42AB1}"/>
              </a:ext>
            </a:extLst>
          </p:cNvPr>
          <p:cNvSpPr/>
          <p:nvPr/>
        </p:nvSpPr>
        <p:spPr>
          <a:xfrm rot="2658180">
            <a:off x="5163000" y="1293232"/>
            <a:ext cx="234170" cy="36001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xmlns="" id="{63A37E65-7F2F-E686-2096-BC94C53A77A0}"/>
              </a:ext>
            </a:extLst>
          </p:cNvPr>
          <p:cNvSpPr/>
          <p:nvPr/>
        </p:nvSpPr>
        <p:spPr>
          <a:xfrm rot="19996330">
            <a:off x="8664189" y="1465478"/>
            <a:ext cx="262785" cy="59319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4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20121F-54DF-5D42-D177-CFFDB55B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Language is selected as English but it is showing the content in </a:t>
            </a:r>
            <a:r>
              <a:rPr lang="en-IN" sz="2800" dirty="0" err="1"/>
              <a:t>hindi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Globalisation defect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EB592910-ACB7-CC62-90DD-1EE0C2482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884" y="3244850"/>
            <a:ext cx="13672232" cy="7735888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xmlns="" id="{DE930855-B8D0-630D-2F58-642924BD3EA8}"/>
              </a:ext>
            </a:extLst>
          </p:cNvPr>
          <p:cNvSpPr/>
          <p:nvPr/>
        </p:nvSpPr>
        <p:spPr>
          <a:xfrm>
            <a:off x="12115800" y="3884684"/>
            <a:ext cx="2004646" cy="17423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1694B64C-CF2E-987A-F722-18C1CA36F98A}"/>
              </a:ext>
            </a:extLst>
          </p:cNvPr>
          <p:cNvSpPr/>
          <p:nvPr/>
        </p:nvSpPr>
        <p:spPr>
          <a:xfrm>
            <a:off x="6629399" y="6575130"/>
            <a:ext cx="2338754" cy="19182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xmlns="" id="{EC926087-0067-245B-D640-241F29DAC587}"/>
              </a:ext>
            </a:extLst>
          </p:cNvPr>
          <p:cNvSpPr/>
          <p:nvPr/>
        </p:nvSpPr>
        <p:spPr>
          <a:xfrm>
            <a:off x="7702062" y="1776046"/>
            <a:ext cx="211015" cy="47990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/>
          <p:cNvSpPr/>
          <p:nvPr/>
        </p:nvSpPr>
        <p:spPr>
          <a:xfrm rot="19361305">
            <a:off x="11311141" y="1325581"/>
            <a:ext cx="254913" cy="35993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20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70A70D-6FAB-4CAE-2B7E-BF010EEE2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Going to home page option is not available in the page apart from the computer back button</a:t>
            </a:r>
            <a:br>
              <a:rPr lang="en-IN" sz="2800" dirty="0"/>
            </a:b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Usability defect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1EFA0DE6-ECF9-C776-820D-FF8AB2733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47" y="3244850"/>
            <a:ext cx="13848105" cy="7735888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xmlns="" id="{9F06A74C-D23E-7E77-0BC7-642EED67A27C}"/>
              </a:ext>
            </a:extLst>
          </p:cNvPr>
          <p:cNvSpPr/>
          <p:nvPr/>
        </p:nvSpPr>
        <p:spPr>
          <a:xfrm>
            <a:off x="685800" y="4097215"/>
            <a:ext cx="1846385" cy="131054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xmlns="" id="{7EE5E57C-7F6A-3EAF-92E4-4527ED704E9F}"/>
              </a:ext>
            </a:extLst>
          </p:cNvPr>
          <p:cNvSpPr/>
          <p:nvPr/>
        </p:nvSpPr>
        <p:spPr>
          <a:xfrm rot="2841443">
            <a:off x="3499340" y="1256000"/>
            <a:ext cx="369277" cy="34993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865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B33111-2111-58F6-4A91-791161BB2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Placeholder should be there under the Bank Name:-</a:t>
            </a:r>
            <a:br>
              <a:rPr lang="en-IN" sz="4000" dirty="0"/>
            </a:br>
            <a:r>
              <a:rPr lang="en-IN" sz="4000" dirty="0"/>
              <a:t/>
            </a:r>
            <a:br>
              <a:rPr lang="en-IN" sz="4000" dirty="0"/>
            </a:br>
            <a:r>
              <a:rPr lang="en-IN" sz="4000" dirty="0"/>
              <a:t>Usability Defect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22647CAB-B808-4C43-7D32-D6C3F276FA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00" y="3244850"/>
            <a:ext cx="13835200" cy="7735888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xmlns="" id="{BB67E79C-156E-7F51-B9ED-E60D024C4C3F}"/>
              </a:ext>
            </a:extLst>
          </p:cNvPr>
          <p:cNvSpPr/>
          <p:nvPr/>
        </p:nvSpPr>
        <p:spPr>
          <a:xfrm>
            <a:off x="3270738" y="6829835"/>
            <a:ext cx="6049107" cy="176904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xmlns="" id="{BFF79E2D-D18B-B00C-0E9E-5C96E1569A1B}"/>
              </a:ext>
            </a:extLst>
          </p:cNvPr>
          <p:cNvSpPr/>
          <p:nvPr/>
        </p:nvSpPr>
        <p:spPr>
          <a:xfrm>
            <a:off x="5873262" y="1652954"/>
            <a:ext cx="263769" cy="50467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554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F5D134-182A-8D7D-5725-9B5A0D6CF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Astrix symbol should be there in the mandatory text fields:-</a:t>
            </a:r>
            <a:br>
              <a:rPr lang="en-IN" sz="4000" dirty="0"/>
            </a:br>
            <a:r>
              <a:rPr lang="en-IN" sz="4000" dirty="0"/>
              <a:t/>
            </a:r>
            <a:br>
              <a:rPr lang="en-IN" sz="4000" dirty="0"/>
            </a:br>
            <a:r>
              <a:rPr lang="en-IN" sz="4000" dirty="0"/>
              <a:t>Usability Defect:-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84830DD2-15FB-3150-F3DD-1DE395298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00" y="3244850"/>
            <a:ext cx="13835200" cy="7735888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xmlns="" id="{1480080C-4607-FA5C-E791-28D546BB6B34}"/>
              </a:ext>
            </a:extLst>
          </p:cNvPr>
          <p:cNvSpPr/>
          <p:nvPr/>
        </p:nvSpPr>
        <p:spPr>
          <a:xfrm>
            <a:off x="3710354" y="7112794"/>
            <a:ext cx="1055077" cy="63304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A3744FAC-9355-DD3B-C009-43A2DCA2E5AD}"/>
              </a:ext>
            </a:extLst>
          </p:cNvPr>
          <p:cNvSpPr/>
          <p:nvPr/>
        </p:nvSpPr>
        <p:spPr>
          <a:xfrm>
            <a:off x="9143999" y="7112794"/>
            <a:ext cx="1125415" cy="58926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8BCB5615-2EC5-7AE9-AA60-B63535D5B9A3}"/>
              </a:ext>
            </a:extLst>
          </p:cNvPr>
          <p:cNvSpPr/>
          <p:nvPr/>
        </p:nvSpPr>
        <p:spPr>
          <a:xfrm>
            <a:off x="3763108" y="8053755"/>
            <a:ext cx="1178169" cy="63304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8200694C-FE5D-50EC-C133-FCB1345AF39A}"/>
              </a:ext>
            </a:extLst>
          </p:cNvPr>
          <p:cNvSpPr/>
          <p:nvPr/>
        </p:nvSpPr>
        <p:spPr>
          <a:xfrm>
            <a:off x="9061452" y="8097533"/>
            <a:ext cx="931986" cy="58926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xmlns="" id="{034B8C0A-BE1C-8846-A735-33FE09754A6F}"/>
              </a:ext>
            </a:extLst>
          </p:cNvPr>
          <p:cNvSpPr/>
          <p:nvPr/>
        </p:nvSpPr>
        <p:spPr>
          <a:xfrm rot="2030619">
            <a:off x="5574322" y="2080144"/>
            <a:ext cx="386862" cy="54774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xmlns="" id="{D1A0C84B-0CA5-0A34-021D-AB91C24D7898}"/>
              </a:ext>
            </a:extLst>
          </p:cNvPr>
          <p:cNvSpPr/>
          <p:nvPr/>
        </p:nvSpPr>
        <p:spPr>
          <a:xfrm>
            <a:off x="9319846" y="1827392"/>
            <a:ext cx="386862" cy="52854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109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F82743-CA1B-C690-E5E4-0DB72FFBF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Proper Placeholder isn’t present there:-</a:t>
            </a:r>
            <a:br>
              <a:rPr lang="en-IN" sz="4000" dirty="0"/>
            </a:br>
            <a:r>
              <a:rPr lang="en-IN" sz="4000" dirty="0"/>
              <a:t/>
            </a:r>
            <a:br>
              <a:rPr lang="en-IN" sz="4000" dirty="0"/>
            </a:br>
            <a:r>
              <a:rPr lang="en-IN" sz="4000" dirty="0"/>
              <a:t>Usability Defect:-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08D2525B-7A50-2722-7B5C-642E63A3B0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986" y="3244850"/>
            <a:ext cx="13796027" cy="7735888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xmlns="" id="{5C7A8A35-D6D1-C40B-1D10-3E51A7E66912}"/>
              </a:ext>
            </a:extLst>
          </p:cNvPr>
          <p:cNvSpPr/>
          <p:nvPr/>
        </p:nvSpPr>
        <p:spPr>
          <a:xfrm>
            <a:off x="9214338" y="8616462"/>
            <a:ext cx="5029200" cy="123092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xmlns="" id="{4006245C-A4AF-86F1-4B44-9B5E7681AC2E}"/>
              </a:ext>
            </a:extLst>
          </p:cNvPr>
          <p:cNvSpPr/>
          <p:nvPr/>
        </p:nvSpPr>
        <p:spPr>
          <a:xfrm rot="19687329">
            <a:off x="8597549" y="1651293"/>
            <a:ext cx="454361" cy="74043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346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5AEC68-DAD9-6ED8-A55B-7E51FA3C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err="1"/>
              <a:t>DropDown</a:t>
            </a:r>
            <a:r>
              <a:rPr lang="en-IN" sz="4000" dirty="0"/>
              <a:t> button isn’t there:-</a:t>
            </a:r>
            <a:br>
              <a:rPr lang="en-IN" sz="4000" dirty="0"/>
            </a:br>
            <a:r>
              <a:rPr lang="en-IN" sz="4000" dirty="0"/>
              <a:t/>
            </a:r>
            <a:br>
              <a:rPr lang="en-IN" sz="4000" dirty="0"/>
            </a:br>
            <a:r>
              <a:rPr lang="en-IN" sz="4000" dirty="0"/>
              <a:t>Usability Defect:-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489559F-4A06-013B-9582-65153E330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447" y="3244850"/>
            <a:ext cx="13723105" cy="7735888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xmlns="" id="{A7112049-73A9-E4A6-0E92-A5FFBF94E9AD}"/>
              </a:ext>
            </a:extLst>
          </p:cNvPr>
          <p:cNvSpPr/>
          <p:nvPr/>
        </p:nvSpPr>
        <p:spPr>
          <a:xfrm>
            <a:off x="6611815" y="6963508"/>
            <a:ext cx="3024554" cy="126609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xmlns="" id="{A7B216F8-7D2C-D38C-A613-DE4A89D3EDD9}"/>
              </a:ext>
            </a:extLst>
          </p:cNvPr>
          <p:cNvSpPr/>
          <p:nvPr/>
        </p:nvSpPr>
        <p:spPr>
          <a:xfrm rot="19621864">
            <a:off x="6266664" y="1514334"/>
            <a:ext cx="334108" cy="56974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348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A64BB8-BF2C-427F-B5CB-9171F0C96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err="1"/>
              <a:t>HyperLinks</a:t>
            </a:r>
            <a:r>
              <a:rPr lang="en-IN" sz="4000" dirty="0"/>
              <a:t> should be underlined:-</a:t>
            </a:r>
            <a:br>
              <a:rPr lang="en-IN" sz="4000" dirty="0"/>
            </a:br>
            <a:r>
              <a:rPr lang="en-IN" sz="4000" dirty="0"/>
              <a:t/>
            </a:r>
            <a:br>
              <a:rPr lang="en-IN" sz="4000" dirty="0"/>
            </a:br>
            <a:r>
              <a:rPr lang="en-IN" sz="4000" dirty="0"/>
              <a:t>Usability Defect:-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1312FD8D-37C8-DF69-554E-F5205AB79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036" y="3236241"/>
            <a:ext cx="13679928" cy="7735888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xmlns="" id="{BAE0319C-025B-7FF8-AE39-54941F59FD03}"/>
              </a:ext>
            </a:extLst>
          </p:cNvPr>
          <p:cNvSpPr/>
          <p:nvPr/>
        </p:nvSpPr>
        <p:spPr>
          <a:xfrm>
            <a:off x="4712676" y="6928339"/>
            <a:ext cx="6260123" cy="305972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xmlns="" id="{07477FCA-EFCD-DE0C-632B-C3999E91C745}"/>
              </a:ext>
            </a:extLst>
          </p:cNvPr>
          <p:cNvSpPr/>
          <p:nvPr/>
        </p:nvSpPr>
        <p:spPr>
          <a:xfrm rot="19767635">
            <a:off x="6159661" y="1809916"/>
            <a:ext cx="425938" cy="50643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48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1092B4-68CC-D96E-6EE4-805BE2CC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972BF3-E517-416E-FCFF-82B7E8068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UI should be user-friendly</a:t>
            </a:r>
          </a:p>
          <a:p>
            <a:r>
              <a:rPr lang="en-IN" sz="4000" dirty="0"/>
              <a:t>Add a back navigation button</a:t>
            </a:r>
          </a:p>
          <a:p>
            <a:r>
              <a:rPr lang="en-IN" sz="4000" dirty="0"/>
              <a:t>Placeholder needs to be correct and visible</a:t>
            </a:r>
          </a:p>
          <a:p>
            <a:r>
              <a:rPr lang="en-IN" sz="4000" dirty="0"/>
              <a:t>All links should appear clear and highlighted</a:t>
            </a:r>
          </a:p>
          <a:p>
            <a:r>
              <a:rPr lang="en-IN" sz="4000" dirty="0"/>
              <a:t>Mandatory fields should contain </a:t>
            </a:r>
            <a:r>
              <a:rPr lang="en-IN" sz="4000" dirty="0" err="1"/>
              <a:t>astrix</a:t>
            </a:r>
            <a:r>
              <a:rPr lang="en-IN" sz="4000" dirty="0"/>
              <a:t> symbol</a:t>
            </a:r>
          </a:p>
          <a:p>
            <a:r>
              <a:rPr lang="en-IN" sz="4000" dirty="0"/>
              <a:t>Software should be easy </a:t>
            </a:r>
            <a:r>
              <a:rPr lang="en-IN" sz="4000"/>
              <a:t>to operate</a:t>
            </a:r>
          </a:p>
        </p:txBody>
      </p:sp>
    </p:spTree>
    <p:extLst>
      <p:ext uri="{BB962C8B-B14F-4D97-AF65-F5344CB8AC3E}">
        <p14:creationId xmlns:p14="http://schemas.microsoft.com/office/powerpoint/2010/main" val="1680562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</TotalTime>
  <Words>173</Words>
  <Application>Microsoft Office PowerPoint</Application>
  <PresentationFormat>Custom</PresentationFormat>
  <Paragraphs>21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Black Box Testing on IndiaMART Website:-</vt:lpstr>
      <vt:lpstr>In the mobile app location showing Balurghat in the home page, but after clicking on the location it is showing Kolkata in your selected location  usability defect</vt:lpstr>
      <vt:lpstr>In the app selected language is hindi, but contents are showing in English  Globalization defect</vt:lpstr>
      <vt:lpstr>Location in selected as Bangalore but it is showing products from Kolkata  Usability defect</vt:lpstr>
      <vt:lpstr>Language is selected as English but it is showing the content in hindi  Globalisation defect</vt:lpstr>
      <vt:lpstr>Going to home page option is not available in the page apart from the computer back button  Usability defect</vt:lpstr>
      <vt:lpstr>Placeholder should be there under the Bank Name:-  Usability Defect</vt:lpstr>
      <vt:lpstr>Astrix symbol should be there in the mandatory text fields:-  Usability Defect:-</vt:lpstr>
      <vt:lpstr>Proper Placeholder isn’t present there:-  Usability Defect:-</vt:lpstr>
      <vt:lpstr>DropDown button isn’t there:-  Usability Defect:-</vt:lpstr>
      <vt:lpstr>HyperLinks should be underlined:-  Usability Defect:-</vt:lpstr>
      <vt:lpstr>ENHANCEMENT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Box Testing Assignment on IndiaMART Website:-</dc:title>
  <dc:creator>SMRITILATA SARKAR</dc:creator>
  <cp:lastModifiedBy>SMRITILATA SARKAR</cp:lastModifiedBy>
  <cp:revision>5</cp:revision>
  <dcterms:created xsi:type="dcterms:W3CDTF">2025-12-04T18:45:28Z</dcterms:created>
  <dcterms:modified xsi:type="dcterms:W3CDTF">2026-05-19T11:17:24Z</dcterms:modified>
</cp:coreProperties>
</file>